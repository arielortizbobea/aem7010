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3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20240" y="11887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&amp;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4200" dirty="0"/>
          </a:p>
        </p:txBody>
      </p:sp>
      <p:sp>
        <p:nvSpPr>
          <p:cNvPr id="5" name="Shape 1"/>
          <p:cNvSpPr/>
          <p:nvPr/>
        </p:nvSpPr>
        <p:spPr>
          <a:xfrm>
            <a:off x="1920240" y="3200400"/>
            <a:ext cx="2286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920240" y="3429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Working with Remotes and Teams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486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Ariel Ortiz-Bobea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7010: Doing Applied Economics Research: Practical Skills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 &amp; Today's Plan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init, add, commit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log, diff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mistakes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remotes &amp; SSH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01168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208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42316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1208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merging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834640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1208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246120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1208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for reproducibility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GitHub?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a cloud hosting service for Git repositories. It adds a web interface, access control, issue tracking, and collaboration tools on top of Git.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06040" cy="164592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834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your 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lives in the cloud, not just your laptop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2651760"/>
            <a:ext cx="2606040" cy="164592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834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 can contribute to the same project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2651760"/>
            <a:ext cx="2606040" cy="164592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34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share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replication packages and make research transparent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GitHub: SSH Keys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 let your computer authenticate with GitHub without entering a password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Generate a key pair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"you@email.com"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Start the SSH agent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 "$(ssh-agent -s)"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ssh-add ~/.ssh/id_ed25519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Copy public key to clipboard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Paste it in GitHub &gt; Settings &gt; SSH Keys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users: use Git Bash for these commands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Remotes: Push &amp; Pull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200400" cy="1645920"/>
          </a:xfrm>
          <a:prstGeom prst="rect">
            <a:avLst/>
          </a:prstGeom>
          <a:solidFill>
            <a:srgbClr val="6B61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Git repository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commit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280160"/>
            <a:ext cx="3200400" cy="164592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874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copy of your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("origin")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828800"/>
            <a:ext cx="1280160" cy="0"/>
          </a:xfrm>
          <a:prstGeom prst="line">
            <a:avLst/>
          </a:prstGeom>
          <a:noFill/>
          <a:ln w="25400">
            <a:solidFill>
              <a:srgbClr val="B3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651760"/>
            <a:ext cx="128016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46120"/>
            <a:ext cx="8046720" cy="1554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9184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Link your local repo to GitHub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git@github.com:user/repo.git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your commits to GitHub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updates from GitHub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Cloning a Repository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downloads an entire repository (with full history) from GitHub to your computer. This is how you start working with someone else's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git@github.com:user/wage-analysis.git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wage-analysis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74720"/>
            <a:ext cx="54864" cy="73152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66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cloning, the remote is already set up. You can immediately push and pull without any extra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3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local project to GitHub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repository on GitHub (do NOT initialize with README)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remote to your local wage-analysis project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commits with git push -u origin main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GitHub page to see your code online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411480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file on GitHub, then git pull locally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parallel copy of your code. You can experiment on a branch without affecting the main version. When the work is ready, you merge it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377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1371600" cy="731520"/>
          </a:xfrm>
          <a:prstGeom prst="line">
            <a:avLst/>
          </a:prstGeom>
          <a:noFill/>
          <a:ln w="25400">
            <a:solidFill>
              <a:srgbClr val="B31B1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3291840"/>
            <a:ext cx="1828800" cy="0"/>
          </a:xfrm>
          <a:prstGeom prst="line">
            <a:avLst/>
          </a:prstGeom>
          <a:noFill/>
          <a:ln w="25400">
            <a:solidFill>
              <a:srgbClr val="B31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3291840"/>
            <a:ext cx="1371600" cy="-731520"/>
          </a:xfrm>
          <a:prstGeom prst="line">
            <a:avLst/>
          </a:prstGeom>
          <a:noFill/>
          <a:ln w="25400">
            <a:solidFill>
              <a:srgbClr val="B31B1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93192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add-iv-analysis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423160"/>
            <a:ext cx="274320" cy="27432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13" name="Shape 11"/>
          <p:cNvSpPr/>
          <p:nvPr/>
        </p:nvSpPr>
        <p:spPr>
          <a:xfrm>
            <a:off x="3063240" y="2423160"/>
            <a:ext cx="274320" cy="27432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2423160"/>
            <a:ext cx="274320" cy="27432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919472" y="3182112"/>
            <a:ext cx="228600" cy="2286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33872" y="3182112"/>
            <a:ext cx="228600" cy="2286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add-iv-analysis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add-iv-analysis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make commits ...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 &amp;&amp; git merge add-iv-analysis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Requests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GitHub's way of proposing changes. You push a branch, then ask for it to be reviewed and merged into main. PRs are the standard workflow in collaborative research projects.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53619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514600"/>
            <a:ext cx="411480" cy="41148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a feature or fix in isolation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2377440"/>
            <a:ext cx="153619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16352" y="2514600"/>
            <a:ext cx="411480" cy="41148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2816352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59152" y="30632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9152" y="338328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branch-name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86784" y="2377440"/>
            <a:ext cx="153619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35424" y="2514600"/>
            <a:ext cx="411480" cy="41148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78224" y="30632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78224" y="338328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"New pull request" on GitHub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05856" y="2377440"/>
            <a:ext cx="1536192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2514600"/>
            <a:ext cx="411480" cy="41148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97296" y="30632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discuss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97296" y="338328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 leave comments on your code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24928" y="2377440"/>
            <a:ext cx="1536192" cy="2011680"/>
          </a:xfrm>
          <a:prstGeom prst="rect">
            <a:avLst/>
          </a:prstGeom>
          <a:solidFill>
            <a:srgbClr val="B31B1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2514600"/>
            <a:ext cx="411480" cy="411480"/>
          </a:xfrm>
          <a:prstGeom prst="ellipse">
            <a:avLst/>
          </a:prstGeom>
          <a:solidFill>
            <a:srgbClr val="8B1515"/>
          </a:solidFill>
          <a:ln/>
        </p:spPr>
      </p:sp>
      <p:sp>
        <p:nvSpPr>
          <p:cNvPr id="28" name="Text 26"/>
          <p:cNvSpPr/>
          <p:nvPr/>
        </p:nvSpPr>
        <p:spPr>
          <a:xfrm>
            <a:off x="7973568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16368" y="30632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16368" y="3383280"/>
            <a:ext cx="1353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"Merge pull request" when approved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Merge Conflicts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conflict happens when two people edit the same line. Git marks the conflict and asks you to choose.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lm(wage ~ educ + exper, data = df)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lm(log(wage) ~ educ + exper + tenure, data = df)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add-iv-analysis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the file and choose which version to keep (or combine them)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25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Remove the &lt;&lt;&lt;, ===, and &gt;&gt;&gt; markers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725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Stage and commit the resolved file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4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and pull requests with a partner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Person A: add Person B as a collaborator on GitHub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B: clone Person A's repo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01752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create a branch, add a new .R file, push the branch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open a pull request on GitHub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4114800"/>
            <a:ext cx="320040" cy="32004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other's PR, leave a comment, then merge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minutes   |   This is the most important exercise!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Tags for Reproducibility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mark a specific point in history. Use them to record the exact code that produced a paper's results. Anyone can check out a tag and reproduce your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04672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Tag the current commit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v1.0 -m "Code for AER submission"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tags to GitHub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out a tag later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v1.0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B31B1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journals now require replication packages. A tagged GitHub release with a README is a clean way to comply.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Cheat Sheet — Session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remote add origin &lt;url&gt;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local repo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 -u origin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commits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 origin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changes from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&lt;url&gt;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 remote repo locally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 &lt;name&gt;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checkout &lt;branch&gt;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a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merge &lt;branch&gt;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branch into current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tag -a v1.0 -m "msg"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current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3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know enough Git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dangerous.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2468880"/>
            <a:ext cx="2286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keep practicing: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current research project on GitHub today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branches for every new analysis or robustness check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meaningful commit messages — your future self will thank you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4340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 has all commands and exercises for reference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 with Git — Session 2: GitHub &amp; Collaboration</dc:title>
  <dc:subject>PptxGenJS Presentation</dc:subject>
  <dc:creator>Ariel Ortiz-Bobea</dc:creator>
  <cp:lastModifiedBy>Ariel Ortiz-Bobea</cp:lastModifiedBy>
  <cp:revision>1</cp:revision>
  <dcterms:created xsi:type="dcterms:W3CDTF">2026-04-06T18:54:01Z</dcterms:created>
  <dcterms:modified xsi:type="dcterms:W3CDTF">2026-04-06T18:54:01Z</dcterms:modified>
</cp:coreProperties>
</file>